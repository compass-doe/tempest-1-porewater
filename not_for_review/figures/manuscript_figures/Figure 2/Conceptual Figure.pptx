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F4FF"/>
    <a:srgbClr val="DFF5FD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105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B21E-6662-C11C-1C04-EF2ABB0A5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EC73DC-5AD8-88CB-5D93-6CC3C6DBB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AF8AD-E3BB-FEA3-DF92-BEF71F048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E7D72-C9BF-410D-F4A2-5103F0FF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F83EE-A1CE-46BB-D04B-CC88DFDD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1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2AF1-BC99-13A6-E836-C0F429DA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729F7-6865-43A4-A710-9A464AACE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0F75-1BDA-55FB-56E9-D081FE201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AACBB-8319-5EB4-3045-D29F9BC5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CE967-6BD8-E5DE-55B3-0A436538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6436E-7EAF-F6A2-F1B7-5B8FC738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50664-3408-6CE6-5F87-1B508D5FE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81CF9-47D6-5A10-71F2-2BBB040B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0BB79-3886-E14F-A4D6-C3038713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3ACB3-8B7F-AA1E-D29A-C82ECE29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0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7AE1-0398-8963-6075-04AA09A9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76F68-5485-2DBB-83FA-AD6F28AEA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FCF4D-8210-49CC-92D6-21EBEA085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5783A-06E2-3E20-3E1C-2DC25CD4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7842A-9CF3-1E6E-76DB-6935BBE2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52B23-9B87-2C0A-A4A6-33C3D1ED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6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543D-E3A9-02F4-285B-FCA29C73A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556C7-D6BC-3CE4-6144-13CCED9E0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D0F28-9B8F-1A75-BC8A-D7E1D1E52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EDB5B-9E64-3965-FD01-05D2EFFAC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F88D9-C3C9-AA0C-1C9A-FF32AC77D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FC6D5-ED75-E848-C3EB-A5BFBB5CB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3C893F-B4ED-945D-166E-B73B107C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1E974-7365-3208-23AB-FBFAB28BC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17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F1A7-DEB1-BDEC-AAB3-7FB20D1D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C104E-587F-1D91-5FD2-CFCE95AE3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1D9AA-F43B-8CEE-56D4-B0C19004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15C0B-1010-9965-2BAF-F47B0FAAA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22465-3305-7B3D-3CCB-BD4299B9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E0813-17E5-9B5D-8DA2-B67BD8CF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62203-1A0B-207E-ED2F-BAF274200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06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AEFF-7154-CBE7-C004-CDFE29F5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26267-CEBA-AAEC-D81A-BFB86C819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2DE54-A6CB-C461-00BB-8C907045A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265F2-8DC6-C788-5272-60412320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A6A14-F8C8-E724-3B1F-0C3209B3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77439-AF54-6E80-FB38-68A4454F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1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CC3A-DE07-7174-5CE2-2C1034B77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D9BDF1-21DA-B09B-B385-D883DEA02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7C5B8-7AF8-AB03-D899-1C6AB7079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506A0-2610-FF2C-6887-686AF48BB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E0EB8-B89A-63F3-DD80-1259272E0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F2C5F-6D26-6903-1122-CF325C36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4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D83D-1EBD-D324-55A2-4955874F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F386C-FE0A-E2CF-91FB-94CC6484F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B4F30-8DAC-DEF7-1CE6-60B43D37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06051-47AB-EEAE-9BA6-49F7FC71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43287-C434-83EF-5A7D-4D57D21D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05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D2101-0C94-BA20-7091-F6379B681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55B06-C0C9-2D19-4C5E-6C6EA8CDB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29B4A-36FD-BF11-7F29-231B0A625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239FA-0BF1-808A-7B4A-984A2B4F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554E1-5B7D-32E0-2AEE-DE35F4AD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922E8D-09E4-2DFA-417A-1BD98661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71CC8-228C-4A6C-30AE-9EC49846F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3B9BC-FE77-926A-422C-D612FA13A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439C2-0D2F-461C-A56B-79EEEE91449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32B78-2BB9-6C80-2A1E-045415C53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3990A-B137-97D1-9A86-CAF2F22B0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CFE84-6765-4DB7-9C44-9B3B238B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2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8AD3AE-DDC3-68C1-8980-4D6F5673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887"/>
            <a:ext cx="12192000" cy="3520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2C95A1-70D7-72A1-D73C-377C8DD707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09"/>
          <a:stretch>
            <a:fillRect/>
          </a:stretch>
        </p:blipFill>
        <p:spPr>
          <a:xfrm>
            <a:off x="1954125" y="1873157"/>
            <a:ext cx="1766975" cy="155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D744DC-C7BC-FBEC-7E11-9A95EB5DCB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84"/>
          <a:stretch>
            <a:fillRect/>
          </a:stretch>
        </p:blipFill>
        <p:spPr>
          <a:xfrm>
            <a:off x="1954124" y="3428999"/>
            <a:ext cx="1766975" cy="14241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67AC70-481F-E495-BD22-752529F4B06D}"/>
              </a:ext>
            </a:extLst>
          </p:cNvPr>
          <p:cNvSpPr/>
          <p:nvPr/>
        </p:nvSpPr>
        <p:spPr>
          <a:xfrm>
            <a:off x="5900527" y="2347014"/>
            <a:ext cx="2056021" cy="2163970"/>
          </a:xfrm>
          <a:prstGeom prst="rect">
            <a:avLst/>
          </a:prstGeom>
          <a:solidFill>
            <a:srgbClr val="DC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D2BE2F-B140-DE6A-E88C-600839898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09"/>
          <a:stretch>
            <a:fillRect/>
          </a:stretch>
        </p:blipFill>
        <p:spPr>
          <a:xfrm>
            <a:off x="6110898" y="1873156"/>
            <a:ext cx="1766975" cy="1555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E4A042-D6A1-0834-3EE9-F774A66DA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84"/>
          <a:stretch>
            <a:fillRect/>
          </a:stretch>
        </p:blipFill>
        <p:spPr>
          <a:xfrm>
            <a:off x="6110898" y="3593904"/>
            <a:ext cx="1766975" cy="142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94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04E00-E6CE-626A-BCB9-6FA92F74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2FCA94E-0089-B4BD-E655-585A8D88BA98}"/>
              </a:ext>
            </a:extLst>
          </p:cNvPr>
          <p:cNvGrpSpPr/>
          <p:nvPr/>
        </p:nvGrpSpPr>
        <p:grpSpPr>
          <a:xfrm>
            <a:off x="0" y="317313"/>
            <a:ext cx="12664475" cy="5867790"/>
            <a:chOff x="0" y="317313"/>
            <a:chExt cx="12664475" cy="586779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B3E1C2-6E59-C8A2-C42F-77ED32F32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668887"/>
              <a:ext cx="12192000" cy="352022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A65979-796E-4CE7-2CF8-BCBDCB345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7609"/>
            <a:stretch>
              <a:fillRect/>
            </a:stretch>
          </p:blipFill>
          <p:spPr>
            <a:xfrm>
              <a:off x="1954125" y="1873157"/>
              <a:ext cx="1766975" cy="155584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EAEDCA5-92D8-C409-5010-3A7B9BA77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4584"/>
            <a:stretch>
              <a:fillRect/>
            </a:stretch>
          </p:blipFill>
          <p:spPr>
            <a:xfrm>
              <a:off x="1976347" y="3224730"/>
              <a:ext cx="1766975" cy="142413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4263C8-B0D6-5A95-6DF8-AAC071F52472}"/>
                </a:ext>
              </a:extLst>
            </p:cNvPr>
            <p:cNvSpPr/>
            <p:nvPr/>
          </p:nvSpPr>
          <p:spPr>
            <a:xfrm>
              <a:off x="5900527" y="2347014"/>
              <a:ext cx="2056021" cy="2163970"/>
            </a:xfrm>
            <a:prstGeom prst="rect">
              <a:avLst/>
            </a:prstGeom>
            <a:solidFill>
              <a:srgbClr val="DC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696BE04-F632-8B42-5AD6-1F08E8024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7609"/>
            <a:stretch>
              <a:fillRect/>
            </a:stretch>
          </p:blipFill>
          <p:spPr>
            <a:xfrm>
              <a:off x="6110898" y="1873156"/>
              <a:ext cx="1766975" cy="155584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2553547-279F-E4C3-C75A-BA83D3AAA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4584"/>
            <a:stretch>
              <a:fillRect/>
            </a:stretch>
          </p:blipFill>
          <p:spPr>
            <a:xfrm>
              <a:off x="6032223" y="3224730"/>
              <a:ext cx="1766975" cy="1424134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3C200E9-457D-698F-4070-E522DEE94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7609"/>
            <a:stretch>
              <a:fillRect/>
            </a:stretch>
          </p:blipFill>
          <p:spPr>
            <a:xfrm>
              <a:off x="965452" y="317313"/>
              <a:ext cx="1766975" cy="155584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2EBF0C3-A385-EC24-ADC9-E5F4F9DF0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7609"/>
            <a:stretch>
              <a:fillRect/>
            </a:stretch>
          </p:blipFill>
          <p:spPr>
            <a:xfrm>
              <a:off x="6081103" y="957354"/>
              <a:ext cx="1766975" cy="155584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D22C3D1-E3AC-EF1B-20C7-8580E7BC2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5211" t="22657" r="296" b="29151"/>
            <a:stretch>
              <a:fillRect/>
            </a:stretch>
          </p:blipFill>
          <p:spPr>
            <a:xfrm>
              <a:off x="10014011" y="4204193"/>
              <a:ext cx="1766976" cy="169645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C42E434-5192-42CA-722E-001340D93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5211" t="22657" r="296" b="29151"/>
            <a:stretch>
              <a:fillRect/>
            </a:stretch>
          </p:blipFill>
          <p:spPr>
            <a:xfrm>
              <a:off x="10897499" y="650562"/>
              <a:ext cx="1766976" cy="169645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14C2AC-9C8E-9B52-AC89-943D893401FB}"/>
                </a:ext>
              </a:extLst>
            </p:cNvPr>
            <p:cNvSpPr txBox="1"/>
            <p:nvPr/>
          </p:nvSpPr>
          <p:spPr>
            <a:xfrm>
              <a:off x="436177" y="5815771"/>
              <a:ext cx="3035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Brown balls: Microaggregate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9739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E3D6-87DB-005D-03DC-8A9F0494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69B2D0-4F9F-17C5-C538-E4E2B2C3E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887"/>
            <a:ext cx="12192000" cy="3520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F9B58-9F76-ABCD-95F3-B4B4A85F2F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84"/>
          <a:stretch>
            <a:fillRect/>
          </a:stretch>
        </p:blipFill>
        <p:spPr>
          <a:xfrm>
            <a:off x="1954124" y="3428999"/>
            <a:ext cx="1766975" cy="14241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5EC66C4-F9E9-EB8E-CDD5-1B4E93432342}"/>
              </a:ext>
            </a:extLst>
          </p:cNvPr>
          <p:cNvSpPr/>
          <p:nvPr/>
        </p:nvSpPr>
        <p:spPr>
          <a:xfrm>
            <a:off x="5900527" y="2347014"/>
            <a:ext cx="2056021" cy="2163970"/>
          </a:xfrm>
          <a:prstGeom prst="rect">
            <a:avLst/>
          </a:prstGeom>
          <a:solidFill>
            <a:srgbClr val="DC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32FC6A-1E46-B11B-D187-84D4B9BE18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09"/>
          <a:stretch>
            <a:fillRect/>
          </a:stretch>
        </p:blipFill>
        <p:spPr>
          <a:xfrm>
            <a:off x="6110898" y="1873156"/>
            <a:ext cx="1766975" cy="15558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0D0180-27C5-0870-190C-1D30466F4E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84"/>
          <a:stretch>
            <a:fillRect/>
          </a:stretch>
        </p:blipFill>
        <p:spPr>
          <a:xfrm>
            <a:off x="-19077" y="3798917"/>
            <a:ext cx="1766975" cy="14241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125C01-E309-507F-DB18-535A3611CC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84"/>
          <a:stretch>
            <a:fillRect/>
          </a:stretch>
        </p:blipFill>
        <p:spPr>
          <a:xfrm>
            <a:off x="991961" y="2146920"/>
            <a:ext cx="1766975" cy="14241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9206CE-567E-401E-2276-BEF7994C38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09"/>
          <a:stretch>
            <a:fillRect/>
          </a:stretch>
        </p:blipFill>
        <p:spPr>
          <a:xfrm>
            <a:off x="2055165" y="1878329"/>
            <a:ext cx="1766975" cy="15558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B4EA91-D8F3-B4C5-D1EE-196DF7086E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84"/>
          <a:stretch>
            <a:fillRect/>
          </a:stretch>
        </p:blipFill>
        <p:spPr>
          <a:xfrm>
            <a:off x="5148735" y="3395059"/>
            <a:ext cx="1766975" cy="14241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2B948E-79C6-380D-B5D3-8FB9CF615A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84"/>
          <a:stretch>
            <a:fillRect/>
          </a:stretch>
        </p:blipFill>
        <p:spPr>
          <a:xfrm>
            <a:off x="5276286" y="2112981"/>
            <a:ext cx="1766975" cy="14241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2CEAF1-9AD9-5086-48F4-C24077FBE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84"/>
          <a:stretch>
            <a:fillRect/>
          </a:stretch>
        </p:blipFill>
        <p:spPr>
          <a:xfrm>
            <a:off x="6110898" y="3425914"/>
            <a:ext cx="1766975" cy="1424134"/>
          </a:xfrm>
          <a:prstGeom prst="rect">
            <a:avLst/>
          </a:prstGeom>
        </p:spPr>
      </p:pic>
      <p:sp>
        <p:nvSpPr>
          <p:cNvPr id="15" name="Freeform 14">
            <a:extLst>
              <a:ext uri="{FF2B5EF4-FFF2-40B4-BE49-F238E27FC236}">
                <a16:creationId xmlns:a16="http://schemas.microsoft.com/office/drawing/2014/main" id="{8ED5AFA7-8910-C324-DB6C-95B8C640F614}"/>
              </a:ext>
            </a:extLst>
          </p:cNvPr>
          <p:cNvSpPr/>
          <p:nvPr/>
        </p:nvSpPr>
        <p:spPr>
          <a:xfrm>
            <a:off x="1314076" y="459368"/>
            <a:ext cx="1122743" cy="527957"/>
          </a:xfrm>
          <a:custGeom>
            <a:avLst/>
            <a:gdLst>
              <a:gd name="csX0" fmla="*/ 88028 w 1387438"/>
              <a:gd name="csY0" fmla="*/ 60158 h 902369"/>
              <a:gd name="csX1" fmla="*/ 88028 w 1387438"/>
              <a:gd name="csY1" fmla="*/ 60158 h 902369"/>
              <a:gd name="csX2" fmla="*/ 3807 w 1387438"/>
              <a:gd name="csY2" fmla="*/ 132348 h 902369"/>
              <a:gd name="csX3" fmla="*/ 15838 w 1387438"/>
              <a:gd name="csY3" fmla="*/ 204537 h 902369"/>
              <a:gd name="csX4" fmla="*/ 63965 w 1387438"/>
              <a:gd name="csY4" fmla="*/ 264695 h 902369"/>
              <a:gd name="csX5" fmla="*/ 27870 w 1387438"/>
              <a:gd name="csY5" fmla="*/ 409074 h 902369"/>
              <a:gd name="csX6" fmla="*/ 15838 w 1387438"/>
              <a:gd name="csY6" fmla="*/ 445169 h 902369"/>
              <a:gd name="csX7" fmla="*/ 3807 w 1387438"/>
              <a:gd name="csY7" fmla="*/ 481263 h 902369"/>
              <a:gd name="csX8" fmla="*/ 39901 w 1387438"/>
              <a:gd name="csY8" fmla="*/ 589548 h 902369"/>
              <a:gd name="csX9" fmla="*/ 75996 w 1387438"/>
              <a:gd name="csY9" fmla="*/ 601579 h 902369"/>
              <a:gd name="csX10" fmla="*/ 112091 w 1387438"/>
              <a:gd name="csY10" fmla="*/ 625642 h 902369"/>
              <a:gd name="csX11" fmla="*/ 148186 w 1387438"/>
              <a:gd name="csY11" fmla="*/ 697832 h 902369"/>
              <a:gd name="csX12" fmla="*/ 160217 w 1387438"/>
              <a:gd name="csY12" fmla="*/ 770021 h 902369"/>
              <a:gd name="csX13" fmla="*/ 232407 w 1387438"/>
              <a:gd name="csY13" fmla="*/ 806116 h 902369"/>
              <a:gd name="csX14" fmla="*/ 545228 w 1387438"/>
              <a:gd name="csY14" fmla="*/ 806116 h 902369"/>
              <a:gd name="csX15" fmla="*/ 581322 w 1387438"/>
              <a:gd name="csY15" fmla="*/ 818148 h 902369"/>
              <a:gd name="csX16" fmla="*/ 677575 w 1387438"/>
              <a:gd name="csY16" fmla="*/ 890337 h 902369"/>
              <a:gd name="csX17" fmla="*/ 713670 w 1387438"/>
              <a:gd name="csY17" fmla="*/ 902369 h 902369"/>
              <a:gd name="csX18" fmla="*/ 821954 w 1387438"/>
              <a:gd name="csY18" fmla="*/ 890337 h 902369"/>
              <a:gd name="csX19" fmla="*/ 906175 w 1387438"/>
              <a:gd name="csY19" fmla="*/ 854242 h 902369"/>
              <a:gd name="csX20" fmla="*/ 942270 w 1387438"/>
              <a:gd name="csY20" fmla="*/ 842211 h 902369"/>
              <a:gd name="csX21" fmla="*/ 1014459 w 1387438"/>
              <a:gd name="csY21" fmla="*/ 806116 h 902369"/>
              <a:gd name="csX22" fmla="*/ 1098680 w 1387438"/>
              <a:gd name="csY22" fmla="*/ 770021 h 902369"/>
              <a:gd name="csX23" fmla="*/ 1291186 w 1387438"/>
              <a:gd name="csY23" fmla="*/ 757990 h 902369"/>
              <a:gd name="csX24" fmla="*/ 1387438 w 1387438"/>
              <a:gd name="csY24" fmla="*/ 709863 h 902369"/>
              <a:gd name="csX25" fmla="*/ 1339312 w 1387438"/>
              <a:gd name="csY25" fmla="*/ 445169 h 902369"/>
              <a:gd name="csX26" fmla="*/ 1315249 w 1387438"/>
              <a:gd name="csY26" fmla="*/ 421105 h 902369"/>
              <a:gd name="csX27" fmla="*/ 1243059 w 1387438"/>
              <a:gd name="csY27" fmla="*/ 397042 h 902369"/>
              <a:gd name="csX28" fmla="*/ 1206965 w 1387438"/>
              <a:gd name="csY28" fmla="*/ 385011 h 902369"/>
              <a:gd name="csX29" fmla="*/ 1170870 w 1387438"/>
              <a:gd name="csY29" fmla="*/ 372979 h 902369"/>
              <a:gd name="csX30" fmla="*/ 1110712 w 1387438"/>
              <a:gd name="csY30" fmla="*/ 360948 h 902369"/>
              <a:gd name="csX31" fmla="*/ 1038522 w 1387438"/>
              <a:gd name="csY31" fmla="*/ 336884 h 902369"/>
              <a:gd name="csX32" fmla="*/ 954301 w 1387438"/>
              <a:gd name="csY32" fmla="*/ 312821 h 902369"/>
              <a:gd name="csX33" fmla="*/ 942270 w 1387438"/>
              <a:gd name="csY33" fmla="*/ 276727 h 902369"/>
              <a:gd name="csX34" fmla="*/ 966333 w 1387438"/>
              <a:gd name="csY34" fmla="*/ 252663 h 902369"/>
              <a:gd name="csX35" fmla="*/ 1002428 w 1387438"/>
              <a:gd name="csY35" fmla="*/ 168442 h 902369"/>
              <a:gd name="csX36" fmla="*/ 990396 w 1387438"/>
              <a:gd name="csY36" fmla="*/ 96253 h 902369"/>
              <a:gd name="csX37" fmla="*/ 954301 w 1387438"/>
              <a:gd name="csY37" fmla="*/ 84221 h 902369"/>
              <a:gd name="csX38" fmla="*/ 870080 w 1387438"/>
              <a:gd name="csY38" fmla="*/ 72190 h 902369"/>
              <a:gd name="csX39" fmla="*/ 773828 w 1387438"/>
              <a:gd name="csY39" fmla="*/ 48127 h 902369"/>
              <a:gd name="csX40" fmla="*/ 677575 w 1387438"/>
              <a:gd name="csY40" fmla="*/ 24063 h 902369"/>
              <a:gd name="csX41" fmla="*/ 641480 w 1387438"/>
              <a:gd name="csY41" fmla="*/ 12032 h 902369"/>
              <a:gd name="csX42" fmla="*/ 569291 w 1387438"/>
              <a:gd name="csY42" fmla="*/ 0 h 902369"/>
              <a:gd name="csX43" fmla="*/ 208343 w 1387438"/>
              <a:gd name="csY43" fmla="*/ 24063 h 902369"/>
              <a:gd name="csX44" fmla="*/ 160217 w 1387438"/>
              <a:gd name="csY44" fmla="*/ 36095 h 902369"/>
              <a:gd name="csX45" fmla="*/ 88028 w 1387438"/>
              <a:gd name="csY45" fmla="*/ 60158 h 9023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1387438" h="902369">
                <a:moveTo>
                  <a:pt x="88028" y="60158"/>
                </a:moveTo>
                <a:lnTo>
                  <a:pt x="88028" y="60158"/>
                </a:lnTo>
                <a:cubicBezTo>
                  <a:pt x="59954" y="84221"/>
                  <a:pt x="20343" y="99276"/>
                  <a:pt x="3807" y="132348"/>
                </a:cubicBezTo>
                <a:cubicBezTo>
                  <a:pt x="-7103" y="154167"/>
                  <a:pt x="8124" y="181394"/>
                  <a:pt x="15838" y="204537"/>
                </a:cubicBezTo>
                <a:cubicBezTo>
                  <a:pt x="23427" y="227306"/>
                  <a:pt x="47535" y="248266"/>
                  <a:pt x="63965" y="264695"/>
                </a:cubicBezTo>
                <a:cubicBezTo>
                  <a:pt x="47763" y="361901"/>
                  <a:pt x="59647" y="313744"/>
                  <a:pt x="27870" y="409074"/>
                </a:cubicBezTo>
                <a:lnTo>
                  <a:pt x="15838" y="445169"/>
                </a:lnTo>
                <a:lnTo>
                  <a:pt x="3807" y="481263"/>
                </a:lnTo>
                <a:cubicBezTo>
                  <a:pt x="10549" y="528459"/>
                  <a:pt x="-1457" y="564733"/>
                  <a:pt x="39901" y="589548"/>
                </a:cubicBezTo>
                <a:cubicBezTo>
                  <a:pt x="50776" y="596073"/>
                  <a:pt x="63964" y="597569"/>
                  <a:pt x="75996" y="601579"/>
                </a:cubicBezTo>
                <a:cubicBezTo>
                  <a:pt x="88028" y="609600"/>
                  <a:pt x="101866" y="615417"/>
                  <a:pt x="112091" y="625642"/>
                </a:cubicBezTo>
                <a:cubicBezTo>
                  <a:pt x="135414" y="648965"/>
                  <a:pt x="138400" y="668476"/>
                  <a:pt x="148186" y="697832"/>
                </a:cubicBezTo>
                <a:cubicBezTo>
                  <a:pt x="152196" y="721895"/>
                  <a:pt x="149307" y="748202"/>
                  <a:pt x="160217" y="770021"/>
                </a:cubicBezTo>
                <a:cubicBezTo>
                  <a:pt x="169546" y="788679"/>
                  <a:pt x="215325" y="800422"/>
                  <a:pt x="232407" y="806116"/>
                </a:cubicBezTo>
                <a:cubicBezTo>
                  <a:pt x="391343" y="797286"/>
                  <a:pt x="417445" y="782882"/>
                  <a:pt x="545228" y="806116"/>
                </a:cubicBezTo>
                <a:cubicBezTo>
                  <a:pt x="557706" y="808385"/>
                  <a:pt x="569291" y="814137"/>
                  <a:pt x="581322" y="818148"/>
                </a:cubicBezTo>
                <a:cubicBezTo>
                  <a:pt x="609826" y="846651"/>
                  <a:pt x="636763" y="876733"/>
                  <a:pt x="677575" y="890337"/>
                </a:cubicBezTo>
                <a:lnTo>
                  <a:pt x="713670" y="902369"/>
                </a:lnTo>
                <a:cubicBezTo>
                  <a:pt x="749765" y="898358"/>
                  <a:pt x="786131" y="896308"/>
                  <a:pt x="821954" y="890337"/>
                </a:cubicBezTo>
                <a:cubicBezTo>
                  <a:pt x="852735" y="885207"/>
                  <a:pt x="878283" y="866195"/>
                  <a:pt x="906175" y="854242"/>
                </a:cubicBezTo>
                <a:cubicBezTo>
                  <a:pt x="917832" y="849246"/>
                  <a:pt x="930238" y="846221"/>
                  <a:pt x="942270" y="842211"/>
                </a:cubicBezTo>
                <a:cubicBezTo>
                  <a:pt x="1045714" y="773249"/>
                  <a:pt x="914833" y="855929"/>
                  <a:pt x="1014459" y="806116"/>
                </a:cubicBezTo>
                <a:cubicBezTo>
                  <a:pt x="1064699" y="780996"/>
                  <a:pt x="1036084" y="776281"/>
                  <a:pt x="1098680" y="770021"/>
                </a:cubicBezTo>
                <a:cubicBezTo>
                  <a:pt x="1162655" y="763624"/>
                  <a:pt x="1227017" y="762000"/>
                  <a:pt x="1291186" y="757990"/>
                </a:cubicBezTo>
                <a:cubicBezTo>
                  <a:pt x="1374137" y="730340"/>
                  <a:pt x="1345440" y="751863"/>
                  <a:pt x="1387438" y="709863"/>
                </a:cubicBezTo>
                <a:cubicBezTo>
                  <a:pt x="1280157" y="638344"/>
                  <a:pt x="1376297" y="716396"/>
                  <a:pt x="1339312" y="445169"/>
                </a:cubicBezTo>
                <a:cubicBezTo>
                  <a:pt x="1337779" y="433929"/>
                  <a:pt x="1325395" y="426178"/>
                  <a:pt x="1315249" y="421105"/>
                </a:cubicBezTo>
                <a:cubicBezTo>
                  <a:pt x="1292562" y="409761"/>
                  <a:pt x="1267122" y="405063"/>
                  <a:pt x="1243059" y="397042"/>
                </a:cubicBezTo>
                <a:lnTo>
                  <a:pt x="1206965" y="385011"/>
                </a:lnTo>
                <a:cubicBezTo>
                  <a:pt x="1194933" y="381000"/>
                  <a:pt x="1183306" y="375466"/>
                  <a:pt x="1170870" y="372979"/>
                </a:cubicBezTo>
                <a:cubicBezTo>
                  <a:pt x="1150817" y="368969"/>
                  <a:pt x="1130441" y="366329"/>
                  <a:pt x="1110712" y="360948"/>
                </a:cubicBezTo>
                <a:cubicBezTo>
                  <a:pt x="1086241" y="354274"/>
                  <a:pt x="1063130" y="343036"/>
                  <a:pt x="1038522" y="336884"/>
                </a:cubicBezTo>
                <a:cubicBezTo>
                  <a:pt x="978092" y="321777"/>
                  <a:pt x="1006083" y="330082"/>
                  <a:pt x="954301" y="312821"/>
                </a:cubicBezTo>
                <a:cubicBezTo>
                  <a:pt x="950291" y="300790"/>
                  <a:pt x="939783" y="289163"/>
                  <a:pt x="942270" y="276727"/>
                </a:cubicBezTo>
                <a:cubicBezTo>
                  <a:pt x="944495" y="265604"/>
                  <a:pt x="960041" y="262102"/>
                  <a:pt x="966333" y="252663"/>
                </a:cubicBezTo>
                <a:cubicBezTo>
                  <a:pt x="986156" y="222928"/>
                  <a:pt x="991733" y="200526"/>
                  <a:pt x="1002428" y="168442"/>
                </a:cubicBezTo>
                <a:cubicBezTo>
                  <a:pt x="998417" y="144379"/>
                  <a:pt x="1002499" y="117434"/>
                  <a:pt x="990396" y="96253"/>
                </a:cubicBezTo>
                <a:cubicBezTo>
                  <a:pt x="984104" y="85242"/>
                  <a:pt x="966737" y="86708"/>
                  <a:pt x="954301" y="84221"/>
                </a:cubicBezTo>
                <a:cubicBezTo>
                  <a:pt x="926493" y="78659"/>
                  <a:pt x="898154" y="76200"/>
                  <a:pt x="870080" y="72190"/>
                </a:cubicBezTo>
                <a:cubicBezTo>
                  <a:pt x="801077" y="49188"/>
                  <a:pt x="868204" y="69906"/>
                  <a:pt x="773828" y="48127"/>
                </a:cubicBezTo>
                <a:cubicBezTo>
                  <a:pt x="741603" y="40690"/>
                  <a:pt x="708950" y="34521"/>
                  <a:pt x="677575" y="24063"/>
                </a:cubicBezTo>
                <a:cubicBezTo>
                  <a:pt x="665543" y="20053"/>
                  <a:pt x="653860" y="14783"/>
                  <a:pt x="641480" y="12032"/>
                </a:cubicBezTo>
                <a:cubicBezTo>
                  <a:pt x="617666" y="6740"/>
                  <a:pt x="593354" y="4011"/>
                  <a:pt x="569291" y="0"/>
                </a:cubicBezTo>
                <a:lnTo>
                  <a:pt x="208343" y="24063"/>
                </a:lnTo>
                <a:cubicBezTo>
                  <a:pt x="191908" y="25889"/>
                  <a:pt x="176055" y="31343"/>
                  <a:pt x="160217" y="36095"/>
                </a:cubicBezTo>
                <a:cubicBezTo>
                  <a:pt x="75781" y="61426"/>
                  <a:pt x="100059" y="56148"/>
                  <a:pt x="88028" y="601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255A80B-2369-2DE1-68FA-BF978C36D969}"/>
              </a:ext>
            </a:extLst>
          </p:cNvPr>
          <p:cNvSpPr/>
          <p:nvPr/>
        </p:nvSpPr>
        <p:spPr>
          <a:xfrm>
            <a:off x="4902085" y="62977"/>
            <a:ext cx="2387830" cy="1573250"/>
          </a:xfrm>
          <a:custGeom>
            <a:avLst/>
            <a:gdLst>
              <a:gd name="csX0" fmla="*/ 88028 w 1387438"/>
              <a:gd name="csY0" fmla="*/ 60158 h 902369"/>
              <a:gd name="csX1" fmla="*/ 88028 w 1387438"/>
              <a:gd name="csY1" fmla="*/ 60158 h 902369"/>
              <a:gd name="csX2" fmla="*/ 3807 w 1387438"/>
              <a:gd name="csY2" fmla="*/ 132348 h 902369"/>
              <a:gd name="csX3" fmla="*/ 15838 w 1387438"/>
              <a:gd name="csY3" fmla="*/ 204537 h 902369"/>
              <a:gd name="csX4" fmla="*/ 63965 w 1387438"/>
              <a:gd name="csY4" fmla="*/ 264695 h 902369"/>
              <a:gd name="csX5" fmla="*/ 27870 w 1387438"/>
              <a:gd name="csY5" fmla="*/ 409074 h 902369"/>
              <a:gd name="csX6" fmla="*/ 15838 w 1387438"/>
              <a:gd name="csY6" fmla="*/ 445169 h 902369"/>
              <a:gd name="csX7" fmla="*/ 3807 w 1387438"/>
              <a:gd name="csY7" fmla="*/ 481263 h 902369"/>
              <a:gd name="csX8" fmla="*/ 39901 w 1387438"/>
              <a:gd name="csY8" fmla="*/ 589548 h 902369"/>
              <a:gd name="csX9" fmla="*/ 75996 w 1387438"/>
              <a:gd name="csY9" fmla="*/ 601579 h 902369"/>
              <a:gd name="csX10" fmla="*/ 112091 w 1387438"/>
              <a:gd name="csY10" fmla="*/ 625642 h 902369"/>
              <a:gd name="csX11" fmla="*/ 148186 w 1387438"/>
              <a:gd name="csY11" fmla="*/ 697832 h 902369"/>
              <a:gd name="csX12" fmla="*/ 160217 w 1387438"/>
              <a:gd name="csY12" fmla="*/ 770021 h 902369"/>
              <a:gd name="csX13" fmla="*/ 232407 w 1387438"/>
              <a:gd name="csY13" fmla="*/ 806116 h 902369"/>
              <a:gd name="csX14" fmla="*/ 545228 w 1387438"/>
              <a:gd name="csY14" fmla="*/ 806116 h 902369"/>
              <a:gd name="csX15" fmla="*/ 581322 w 1387438"/>
              <a:gd name="csY15" fmla="*/ 818148 h 902369"/>
              <a:gd name="csX16" fmla="*/ 677575 w 1387438"/>
              <a:gd name="csY16" fmla="*/ 890337 h 902369"/>
              <a:gd name="csX17" fmla="*/ 713670 w 1387438"/>
              <a:gd name="csY17" fmla="*/ 902369 h 902369"/>
              <a:gd name="csX18" fmla="*/ 821954 w 1387438"/>
              <a:gd name="csY18" fmla="*/ 890337 h 902369"/>
              <a:gd name="csX19" fmla="*/ 906175 w 1387438"/>
              <a:gd name="csY19" fmla="*/ 854242 h 902369"/>
              <a:gd name="csX20" fmla="*/ 942270 w 1387438"/>
              <a:gd name="csY20" fmla="*/ 842211 h 902369"/>
              <a:gd name="csX21" fmla="*/ 1014459 w 1387438"/>
              <a:gd name="csY21" fmla="*/ 806116 h 902369"/>
              <a:gd name="csX22" fmla="*/ 1098680 w 1387438"/>
              <a:gd name="csY22" fmla="*/ 770021 h 902369"/>
              <a:gd name="csX23" fmla="*/ 1291186 w 1387438"/>
              <a:gd name="csY23" fmla="*/ 757990 h 902369"/>
              <a:gd name="csX24" fmla="*/ 1387438 w 1387438"/>
              <a:gd name="csY24" fmla="*/ 709863 h 902369"/>
              <a:gd name="csX25" fmla="*/ 1339312 w 1387438"/>
              <a:gd name="csY25" fmla="*/ 445169 h 902369"/>
              <a:gd name="csX26" fmla="*/ 1315249 w 1387438"/>
              <a:gd name="csY26" fmla="*/ 421105 h 902369"/>
              <a:gd name="csX27" fmla="*/ 1243059 w 1387438"/>
              <a:gd name="csY27" fmla="*/ 397042 h 902369"/>
              <a:gd name="csX28" fmla="*/ 1206965 w 1387438"/>
              <a:gd name="csY28" fmla="*/ 385011 h 902369"/>
              <a:gd name="csX29" fmla="*/ 1170870 w 1387438"/>
              <a:gd name="csY29" fmla="*/ 372979 h 902369"/>
              <a:gd name="csX30" fmla="*/ 1110712 w 1387438"/>
              <a:gd name="csY30" fmla="*/ 360948 h 902369"/>
              <a:gd name="csX31" fmla="*/ 1038522 w 1387438"/>
              <a:gd name="csY31" fmla="*/ 336884 h 902369"/>
              <a:gd name="csX32" fmla="*/ 954301 w 1387438"/>
              <a:gd name="csY32" fmla="*/ 312821 h 902369"/>
              <a:gd name="csX33" fmla="*/ 942270 w 1387438"/>
              <a:gd name="csY33" fmla="*/ 276727 h 902369"/>
              <a:gd name="csX34" fmla="*/ 966333 w 1387438"/>
              <a:gd name="csY34" fmla="*/ 252663 h 902369"/>
              <a:gd name="csX35" fmla="*/ 1002428 w 1387438"/>
              <a:gd name="csY35" fmla="*/ 168442 h 902369"/>
              <a:gd name="csX36" fmla="*/ 990396 w 1387438"/>
              <a:gd name="csY36" fmla="*/ 96253 h 902369"/>
              <a:gd name="csX37" fmla="*/ 954301 w 1387438"/>
              <a:gd name="csY37" fmla="*/ 84221 h 902369"/>
              <a:gd name="csX38" fmla="*/ 870080 w 1387438"/>
              <a:gd name="csY38" fmla="*/ 72190 h 902369"/>
              <a:gd name="csX39" fmla="*/ 773828 w 1387438"/>
              <a:gd name="csY39" fmla="*/ 48127 h 902369"/>
              <a:gd name="csX40" fmla="*/ 677575 w 1387438"/>
              <a:gd name="csY40" fmla="*/ 24063 h 902369"/>
              <a:gd name="csX41" fmla="*/ 641480 w 1387438"/>
              <a:gd name="csY41" fmla="*/ 12032 h 902369"/>
              <a:gd name="csX42" fmla="*/ 569291 w 1387438"/>
              <a:gd name="csY42" fmla="*/ 0 h 902369"/>
              <a:gd name="csX43" fmla="*/ 208343 w 1387438"/>
              <a:gd name="csY43" fmla="*/ 24063 h 902369"/>
              <a:gd name="csX44" fmla="*/ 160217 w 1387438"/>
              <a:gd name="csY44" fmla="*/ 36095 h 902369"/>
              <a:gd name="csX45" fmla="*/ 88028 w 1387438"/>
              <a:gd name="csY45" fmla="*/ 60158 h 9023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1387438" h="902369">
                <a:moveTo>
                  <a:pt x="88028" y="60158"/>
                </a:moveTo>
                <a:lnTo>
                  <a:pt x="88028" y="60158"/>
                </a:lnTo>
                <a:cubicBezTo>
                  <a:pt x="59954" y="84221"/>
                  <a:pt x="20343" y="99276"/>
                  <a:pt x="3807" y="132348"/>
                </a:cubicBezTo>
                <a:cubicBezTo>
                  <a:pt x="-7103" y="154167"/>
                  <a:pt x="8124" y="181394"/>
                  <a:pt x="15838" y="204537"/>
                </a:cubicBezTo>
                <a:cubicBezTo>
                  <a:pt x="23427" y="227306"/>
                  <a:pt x="47535" y="248266"/>
                  <a:pt x="63965" y="264695"/>
                </a:cubicBezTo>
                <a:cubicBezTo>
                  <a:pt x="47763" y="361901"/>
                  <a:pt x="59647" y="313744"/>
                  <a:pt x="27870" y="409074"/>
                </a:cubicBezTo>
                <a:lnTo>
                  <a:pt x="15838" y="445169"/>
                </a:lnTo>
                <a:lnTo>
                  <a:pt x="3807" y="481263"/>
                </a:lnTo>
                <a:cubicBezTo>
                  <a:pt x="10549" y="528459"/>
                  <a:pt x="-1457" y="564733"/>
                  <a:pt x="39901" y="589548"/>
                </a:cubicBezTo>
                <a:cubicBezTo>
                  <a:pt x="50776" y="596073"/>
                  <a:pt x="63964" y="597569"/>
                  <a:pt x="75996" y="601579"/>
                </a:cubicBezTo>
                <a:cubicBezTo>
                  <a:pt x="88028" y="609600"/>
                  <a:pt x="101866" y="615417"/>
                  <a:pt x="112091" y="625642"/>
                </a:cubicBezTo>
                <a:cubicBezTo>
                  <a:pt x="135414" y="648965"/>
                  <a:pt x="138400" y="668476"/>
                  <a:pt x="148186" y="697832"/>
                </a:cubicBezTo>
                <a:cubicBezTo>
                  <a:pt x="152196" y="721895"/>
                  <a:pt x="149307" y="748202"/>
                  <a:pt x="160217" y="770021"/>
                </a:cubicBezTo>
                <a:cubicBezTo>
                  <a:pt x="169546" y="788679"/>
                  <a:pt x="215325" y="800422"/>
                  <a:pt x="232407" y="806116"/>
                </a:cubicBezTo>
                <a:cubicBezTo>
                  <a:pt x="391343" y="797286"/>
                  <a:pt x="417445" y="782882"/>
                  <a:pt x="545228" y="806116"/>
                </a:cubicBezTo>
                <a:cubicBezTo>
                  <a:pt x="557706" y="808385"/>
                  <a:pt x="569291" y="814137"/>
                  <a:pt x="581322" y="818148"/>
                </a:cubicBezTo>
                <a:cubicBezTo>
                  <a:pt x="609826" y="846651"/>
                  <a:pt x="636763" y="876733"/>
                  <a:pt x="677575" y="890337"/>
                </a:cubicBezTo>
                <a:lnTo>
                  <a:pt x="713670" y="902369"/>
                </a:lnTo>
                <a:cubicBezTo>
                  <a:pt x="749765" y="898358"/>
                  <a:pt x="786131" y="896308"/>
                  <a:pt x="821954" y="890337"/>
                </a:cubicBezTo>
                <a:cubicBezTo>
                  <a:pt x="852735" y="885207"/>
                  <a:pt x="878283" y="866195"/>
                  <a:pt x="906175" y="854242"/>
                </a:cubicBezTo>
                <a:cubicBezTo>
                  <a:pt x="917832" y="849246"/>
                  <a:pt x="930238" y="846221"/>
                  <a:pt x="942270" y="842211"/>
                </a:cubicBezTo>
                <a:cubicBezTo>
                  <a:pt x="1045714" y="773249"/>
                  <a:pt x="914833" y="855929"/>
                  <a:pt x="1014459" y="806116"/>
                </a:cubicBezTo>
                <a:cubicBezTo>
                  <a:pt x="1064699" y="780996"/>
                  <a:pt x="1036084" y="776281"/>
                  <a:pt x="1098680" y="770021"/>
                </a:cubicBezTo>
                <a:cubicBezTo>
                  <a:pt x="1162655" y="763624"/>
                  <a:pt x="1227017" y="762000"/>
                  <a:pt x="1291186" y="757990"/>
                </a:cubicBezTo>
                <a:cubicBezTo>
                  <a:pt x="1374137" y="730340"/>
                  <a:pt x="1345440" y="751863"/>
                  <a:pt x="1387438" y="709863"/>
                </a:cubicBezTo>
                <a:cubicBezTo>
                  <a:pt x="1280157" y="638344"/>
                  <a:pt x="1376297" y="716396"/>
                  <a:pt x="1339312" y="445169"/>
                </a:cubicBezTo>
                <a:cubicBezTo>
                  <a:pt x="1337779" y="433929"/>
                  <a:pt x="1325395" y="426178"/>
                  <a:pt x="1315249" y="421105"/>
                </a:cubicBezTo>
                <a:cubicBezTo>
                  <a:pt x="1292562" y="409761"/>
                  <a:pt x="1267122" y="405063"/>
                  <a:pt x="1243059" y="397042"/>
                </a:cubicBezTo>
                <a:lnTo>
                  <a:pt x="1206965" y="385011"/>
                </a:lnTo>
                <a:cubicBezTo>
                  <a:pt x="1194933" y="381000"/>
                  <a:pt x="1183306" y="375466"/>
                  <a:pt x="1170870" y="372979"/>
                </a:cubicBezTo>
                <a:cubicBezTo>
                  <a:pt x="1150817" y="368969"/>
                  <a:pt x="1130441" y="366329"/>
                  <a:pt x="1110712" y="360948"/>
                </a:cubicBezTo>
                <a:cubicBezTo>
                  <a:pt x="1086241" y="354274"/>
                  <a:pt x="1063130" y="343036"/>
                  <a:pt x="1038522" y="336884"/>
                </a:cubicBezTo>
                <a:cubicBezTo>
                  <a:pt x="978092" y="321777"/>
                  <a:pt x="1006083" y="330082"/>
                  <a:pt x="954301" y="312821"/>
                </a:cubicBezTo>
                <a:cubicBezTo>
                  <a:pt x="950291" y="300790"/>
                  <a:pt x="939783" y="289163"/>
                  <a:pt x="942270" y="276727"/>
                </a:cubicBezTo>
                <a:cubicBezTo>
                  <a:pt x="944495" y="265604"/>
                  <a:pt x="960041" y="262102"/>
                  <a:pt x="966333" y="252663"/>
                </a:cubicBezTo>
                <a:cubicBezTo>
                  <a:pt x="986156" y="222928"/>
                  <a:pt x="991733" y="200526"/>
                  <a:pt x="1002428" y="168442"/>
                </a:cubicBezTo>
                <a:cubicBezTo>
                  <a:pt x="998417" y="144379"/>
                  <a:pt x="1002499" y="117434"/>
                  <a:pt x="990396" y="96253"/>
                </a:cubicBezTo>
                <a:cubicBezTo>
                  <a:pt x="984104" y="85242"/>
                  <a:pt x="966737" y="86708"/>
                  <a:pt x="954301" y="84221"/>
                </a:cubicBezTo>
                <a:cubicBezTo>
                  <a:pt x="926493" y="78659"/>
                  <a:pt x="898154" y="76200"/>
                  <a:pt x="870080" y="72190"/>
                </a:cubicBezTo>
                <a:cubicBezTo>
                  <a:pt x="801077" y="49188"/>
                  <a:pt x="868204" y="69906"/>
                  <a:pt x="773828" y="48127"/>
                </a:cubicBezTo>
                <a:cubicBezTo>
                  <a:pt x="741603" y="40690"/>
                  <a:pt x="708950" y="34521"/>
                  <a:pt x="677575" y="24063"/>
                </a:cubicBezTo>
                <a:cubicBezTo>
                  <a:pt x="665543" y="20053"/>
                  <a:pt x="653860" y="14783"/>
                  <a:pt x="641480" y="12032"/>
                </a:cubicBezTo>
                <a:cubicBezTo>
                  <a:pt x="617666" y="6740"/>
                  <a:pt x="593354" y="4011"/>
                  <a:pt x="569291" y="0"/>
                </a:cubicBezTo>
                <a:lnTo>
                  <a:pt x="208343" y="24063"/>
                </a:lnTo>
                <a:cubicBezTo>
                  <a:pt x="191908" y="25889"/>
                  <a:pt x="176055" y="31343"/>
                  <a:pt x="160217" y="36095"/>
                </a:cubicBezTo>
                <a:cubicBezTo>
                  <a:pt x="75781" y="61426"/>
                  <a:pt x="100059" y="56148"/>
                  <a:pt x="88028" y="601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E011E88-3A9E-0087-8308-062244BCDB6A}"/>
              </a:ext>
            </a:extLst>
          </p:cNvPr>
          <p:cNvSpPr/>
          <p:nvPr/>
        </p:nvSpPr>
        <p:spPr>
          <a:xfrm>
            <a:off x="9325147" y="336885"/>
            <a:ext cx="1387438" cy="348916"/>
          </a:xfrm>
          <a:custGeom>
            <a:avLst/>
            <a:gdLst>
              <a:gd name="csX0" fmla="*/ 88028 w 1387438"/>
              <a:gd name="csY0" fmla="*/ 60158 h 902369"/>
              <a:gd name="csX1" fmla="*/ 88028 w 1387438"/>
              <a:gd name="csY1" fmla="*/ 60158 h 902369"/>
              <a:gd name="csX2" fmla="*/ 3807 w 1387438"/>
              <a:gd name="csY2" fmla="*/ 132348 h 902369"/>
              <a:gd name="csX3" fmla="*/ 15838 w 1387438"/>
              <a:gd name="csY3" fmla="*/ 204537 h 902369"/>
              <a:gd name="csX4" fmla="*/ 63965 w 1387438"/>
              <a:gd name="csY4" fmla="*/ 264695 h 902369"/>
              <a:gd name="csX5" fmla="*/ 27870 w 1387438"/>
              <a:gd name="csY5" fmla="*/ 409074 h 902369"/>
              <a:gd name="csX6" fmla="*/ 15838 w 1387438"/>
              <a:gd name="csY6" fmla="*/ 445169 h 902369"/>
              <a:gd name="csX7" fmla="*/ 3807 w 1387438"/>
              <a:gd name="csY7" fmla="*/ 481263 h 902369"/>
              <a:gd name="csX8" fmla="*/ 39901 w 1387438"/>
              <a:gd name="csY8" fmla="*/ 589548 h 902369"/>
              <a:gd name="csX9" fmla="*/ 75996 w 1387438"/>
              <a:gd name="csY9" fmla="*/ 601579 h 902369"/>
              <a:gd name="csX10" fmla="*/ 112091 w 1387438"/>
              <a:gd name="csY10" fmla="*/ 625642 h 902369"/>
              <a:gd name="csX11" fmla="*/ 148186 w 1387438"/>
              <a:gd name="csY11" fmla="*/ 697832 h 902369"/>
              <a:gd name="csX12" fmla="*/ 160217 w 1387438"/>
              <a:gd name="csY12" fmla="*/ 770021 h 902369"/>
              <a:gd name="csX13" fmla="*/ 232407 w 1387438"/>
              <a:gd name="csY13" fmla="*/ 806116 h 902369"/>
              <a:gd name="csX14" fmla="*/ 545228 w 1387438"/>
              <a:gd name="csY14" fmla="*/ 806116 h 902369"/>
              <a:gd name="csX15" fmla="*/ 581322 w 1387438"/>
              <a:gd name="csY15" fmla="*/ 818148 h 902369"/>
              <a:gd name="csX16" fmla="*/ 677575 w 1387438"/>
              <a:gd name="csY16" fmla="*/ 890337 h 902369"/>
              <a:gd name="csX17" fmla="*/ 713670 w 1387438"/>
              <a:gd name="csY17" fmla="*/ 902369 h 902369"/>
              <a:gd name="csX18" fmla="*/ 821954 w 1387438"/>
              <a:gd name="csY18" fmla="*/ 890337 h 902369"/>
              <a:gd name="csX19" fmla="*/ 906175 w 1387438"/>
              <a:gd name="csY19" fmla="*/ 854242 h 902369"/>
              <a:gd name="csX20" fmla="*/ 942270 w 1387438"/>
              <a:gd name="csY20" fmla="*/ 842211 h 902369"/>
              <a:gd name="csX21" fmla="*/ 1014459 w 1387438"/>
              <a:gd name="csY21" fmla="*/ 806116 h 902369"/>
              <a:gd name="csX22" fmla="*/ 1098680 w 1387438"/>
              <a:gd name="csY22" fmla="*/ 770021 h 902369"/>
              <a:gd name="csX23" fmla="*/ 1291186 w 1387438"/>
              <a:gd name="csY23" fmla="*/ 757990 h 902369"/>
              <a:gd name="csX24" fmla="*/ 1387438 w 1387438"/>
              <a:gd name="csY24" fmla="*/ 709863 h 902369"/>
              <a:gd name="csX25" fmla="*/ 1339312 w 1387438"/>
              <a:gd name="csY25" fmla="*/ 445169 h 902369"/>
              <a:gd name="csX26" fmla="*/ 1315249 w 1387438"/>
              <a:gd name="csY26" fmla="*/ 421105 h 902369"/>
              <a:gd name="csX27" fmla="*/ 1243059 w 1387438"/>
              <a:gd name="csY27" fmla="*/ 397042 h 902369"/>
              <a:gd name="csX28" fmla="*/ 1206965 w 1387438"/>
              <a:gd name="csY28" fmla="*/ 385011 h 902369"/>
              <a:gd name="csX29" fmla="*/ 1170870 w 1387438"/>
              <a:gd name="csY29" fmla="*/ 372979 h 902369"/>
              <a:gd name="csX30" fmla="*/ 1110712 w 1387438"/>
              <a:gd name="csY30" fmla="*/ 360948 h 902369"/>
              <a:gd name="csX31" fmla="*/ 1038522 w 1387438"/>
              <a:gd name="csY31" fmla="*/ 336884 h 902369"/>
              <a:gd name="csX32" fmla="*/ 954301 w 1387438"/>
              <a:gd name="csY32" fmla="*/ 312821 h 902369"/>
              <a:gd name="csX33" fmla="*/ 942270 w 1387438"/>
              <a:gd name="csY33" fmla="*/ 276727 h 902369"/>
              <a:gd name="csX34" fmla="*/ 966333 w 1387438"/>
              <a:gd name="csY34" fmla="*/ 252663 h 902369"/>
              <a:gd name="csX35" fmla="*/ 1002428 w 1387438"/>
              <a:gd name="csY35" fmla="*/ 168442 h 902369"/>
              <a:gd name="csX36" fmla="*/ 990396 w 1387438"/>
              <a:gd name="csY36" fmla="*/ 96253 h 902369"/>
              <a:gd name="csX37" fmla="*/ 954301 w 1387438"/>
              <a:gd name="csY37" fmla="*/ 84221 h 902369"/>
              <a:gd name="csX38" fmla="*/ 870080 w 1387438"/>
              <a:gd name="csY38" fmla="*/ 72190 h 902369"/>
              <a:gd name="csX39" fmla="*/ 773828 w 1387438"/>
              <a:gd name="csY39" fmla="*/ 48127 h 902369"/>
              <a:gd name="csX40" fmla="*/ 677575 w 1387438"/>
              <a:gd name="csY40" fmla="*/ 24063 h 902369"/>
              <a:gd name="csX41" fmla="*/ 641480 w 1387438"/>
              <a:gd name="csY41" fmla="*/ 12032 h 902369"/>
              <a:gd name="csX42" fmla="*/ 569291 w 1387438"/>
              <a:gd name="csY42" fmla="*/ 0 h 902369"/>
              <a:gd name="csX43" fmla="*/ 208343 w 1387438"/>
              <a:gd name="csY43" fmla="*/ 24063 h 902369"/>
              <a:gd name="csX44" fmla="*/ 160217 w 1387438"/>
              <a:gd name="csY44" fmla="*/ 36095 h 902369"/>
              <a:gd name="csX45" fmla="*/ 88028 w 1387438"/>
              <a:gd name="csY45" fmla="*/ 60158 h 9023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1387438" h="902369">
                <a:moveTo>
                  <a:pt x="88028" y="60158"/>
                </a:moveTo>
                <a:lnTo>
                  <a:pt x="88028" y="60158"/>
                </a:lnTo>
                <a:cubicBezTo>
                  <a:pt x="59954" y="84221"/>
                  <a:pt x="20343" y="99276"/>
                  <a:pt x="3807" y="132348"/>
                </a:cubicBezTo>
                <a:cubicBezTo>
                  <a:pt x="-7103" y="154167"/>
                  <a:pt x="8124" y="181394"/>
                  <a:pt x="15838" y="204537"/>
                </a:cubicBezTo>
                <a:cubicBezTo>
                  <a:pt x="23427" y="227306"/>
                  <a:pt x="47535" y="248266"/>
                  <a:pt x="63965" y="264695"/>
                </a:cubicBezTo>
                <a:cubicBezTo>
                  <a:pt x="47763" y="361901"/>
                  <a:pt x="59647" y="313744"/>
                  <a:pt x="27870" y="409074"/>
                </a:cubicBezTo>
                <a:lnTo>
                  <a:pt x="15838" y="445169"/>
                </a:lnTo>
                <a:lnTo>
                  <a:pt x="3807" y="481263"/>
                </a:lnTo>
                <a:cubicBezTo>
                  <a:pt x="10549" y="528459"/>
                  <a:pt x="-1457" y="564733"/>
                  <a:pt x="39901" y="589548"/>
                </a:cubicBezTo>
                <a:cubicBezTo>
                  <a:pt x="50776" y="596073"/>
                  <a:pt x="63964" y="597569"/>
                  <a:pt x="75996" y="601579"/>
                </a:cubicBezTo>
                <a:cubicBezTo>
                  <a:pt x="88028" y="609600"/>
                  <a:pt x="101866" y="615417"/>
                  <a:pt x="112091" y="625642"/>
                </a:cubicBezTo>
                <a:cubicBezTo>
                  <a:pt x="135414" y="648965"/>
                  <a:pt x="138400" y="668476"/>
                  <a:pt x="148186" y="697832"/>
                </a:cubicBezTo>
                <a:cubicBezTo>
                  <a:pt x="152196" y="721895"/>
                  <a:pt x="149307" y="748202"/>
                  <a:pt x="160217" y="770021"/>
                </a:cubicBezTo>
                <a:cubicBezTo>
                  <a:pt x="169546" y="788679"/>
                  <a:pt x="215325" y="800422"/>
                  <a:pt x="232407" y="806116"/>
                </a:cubicBezTo>
                <a:cubicBezTo>
                  <a:pt x="391343" y="797286"/>
                  <a:pt x="417445" y="782882"/>
                  <a:pt x="545228" y="806116"/>
                </a:cubicBezTo>
                <a:cubicBezTo>
                  <a:pt x="557706" y="808385"/>
                  <a:pt x="569291" y="814137"/>
                  <a:pt x="581322" y="818148"/>
                </a:cubicBezTo>
                <a:cubicBezTo>
                  <a:pt x="609826" y="846651"/>
                  <a:pt x="636763" y="876733"/>
                  <a:pt x="677575" y="890337"/>
                </a:cubicBezTo>
                <a:lnTo>
                  <a:pt x="713670" y="902369"/>
                </a:lnTo>
                <a:cubicBezTo>
                  <a:pt x="749765" y="898358"/>
                  <a:pt x="786131" y="896308"/>
                  <a:pt x="821954" y="890337"/>
                </a:cubicBezTo>
                <a:cubicBezTo>
                  <a:pt x="852735" y="885207"/>
                  <a:pt x="878283" y="866195"/>
                  <a:pt x="906175" y="854242"/>
                </a:cubicBezTo>
                <a:cubicBezTo>
                  <a:pt x="917832" y="849246"/>
                  <a:pt x="930238" y="846221"/>
                  <a:pt x="942270" y="842211"/>
                </a:cubicBezTo>
                <a:cubicBezTo>
                  <a:pt x="1045714" y="773249"/>
                  <a:pt x="914833" y="855929"/>
                  <a:pt x="1014459" y="806116"/>
                </a:cubicBezTo>
                <a:cubicBezTo>
                  <a:pt x="1064699" y="780996"/>
                  <a:pt x="1036084" y="776281"/>
                  <a:pt x="1098680" y="770021"/>
                </a:cubicBezTo>
                <a:cubicBezTo>
                  <a:pt x="1162655" y="763624"/>
                  <a:pt x="1227017" y="762000"/>
                  <a:pt x="1291186" y="757990"/>
                </a:cubicBezTo>
                <a:cubicBezTo>
                  <a:pt x="1374137" y="730340"/>
                  <a:pt x="1345440" y="751863"/>
                  <a:pt x="1387438" y="709863"/>
                </a:cubicBezTo>
                <a:cubicBezTo>
                  <a:pt x="1280157" y="638344"/>
                  <a:pt x="1376297" y="716396"/>
                  <a:pt x="1339312" y="445169"/>
                </a:cubicBezTo>
                <a:cubicBezTo>
                  <a:pt x="1337779" y="433929"/>
                  <a:pt x="1325395" y="426178"/>
                  <a:pt x="1315249" y="421105"/>
                </a:cubicBezTo>
                <a:cubicBezTo>
                  <a:pt x="1292562" y="409761"/>
                  <a:pt x="1267122" y="405063"/>
                  <a:pt x="1243059" y="397042"/>
                </a:cubicBezTo>
                <a:lnTo>
                  <a:pt x="1206965" y="385011"/>
                </a:lnTo>
                <a:cubicBezTo>
                  <a:pt x="1194933" y="381000"/>
                  <a:pt x="1183306" y="375466"/>
                  <a:pt x="1170870" y="372979"/>
                </a:cubicBezTo>
                <a:cubicBezTo>
                  <a:pt x="1150817" y="368969"/>
                  <a:pt x="1130441" y="366329"/>
                  <a:pt x="1110712" y="360948"/>
                </a:cubicBezTo>
                <a:cubicBezTo>
                  <a:pt x="1086241" y="354274"/>
                  <a:pt x="1063130" y="343036"/>
                  <a:pt x="1038522" y="336884"/>
                </a:cubicBezTo>
                <a:cubicBezTo>
                  <a:pt x="978092" y="321777"/>
                  <a:pt x="1006083" y="330082"/>
                  <a:pt x="954301" y="312821"/>
                </a:cubicBezTo>
                <a:cubicBezTo>
                  <a:pt x="950291" y="300790"/>
                  <a:pt x="939783" y="289163"/>
                  <a:pt x="942270" y="276727"/>
                </a:cubicBezTo>
                <a:cubicBezTo>
                  <a:pt x="944495" y="265604"/>
                  <a:pt x="960041" y="262102"/>
                  <a:pt x="966333" y="252663"/>
                </a:cubicBezTo>
                <a:cubicBezTo>
                  <a:pt x="986156" y="222928"/>
                  <a:pt x="991733" y="200526"/>
                  <a:pt x="1002428" y="168442"/>
                </a:cubicBezTo>
                <a:cubicBezTo>
                  <a:pt x="998417" y="144379"/>
                  <a:pt x="1002499" y="117434"/>
                  <a:pt x="990396" y="96253"/>
                </a:cubicBezTo>
                <a:cubicBezTo>
                  <a:pt x="984104" y="85242"/>
                  <a:pt x="966737" y="86708"/>
                  <a:pt x="954301" y="84221"/>
                </a:cubicBezTo>
                <a:cubicBezTo>
                  <a:pt x="926493" y="78659"/>
                  <a:pt x="898154" y="76200"/>
                  <a:pt x="870080" y="72190"/>
                </a:cubicBezTo>
                <a:cubicBezTo>
                  <a:pt x="801077" y="49188"/>
                  <a:pt x="868204" y="69906"/>
                  <a:pt x="773828" y="48127"/>
                </a:cubicBezTo>
                <a:cubicBezTo>
                  <a:pt x="741603" y="40690"/>
                  <a:pt x="708950" y="34521"/>
                  <a:pt x="677575" y="24063"/>
                </a:cubicBezTo>
                <a:cubicBezTo>
                  <a:pt x="665543" y="20053"/>
                  <a:pt x="653860" y="14783"/>
                  <a:pt x="641480" y="12032"/>
                </a:cubicBezTo>
                <a:cubicBezTo>
                  <a:pt x="617666" y="6740"/>
                  <a:pt x="593354" y="4011"/>
                  <a:pt x="569291" y="0"/>
                </a:cubicBezTo>
                <a:lnTo>
                  <a:pt x="208343" y="24063"/>
                </a:lnTo>
                <a:cubicBezTo>
                  <a:pt x="191908" y="25889"/>
                  <a:pt x="176055" y="31343"/>
                  <a:pt x="160217" y="36095"/>
                </a:cubicBezTo>
                <a:cubicBezTo>
                  <a:pt x="75781" y="61426"/>
                  <a:pt x="100059" y="56148"/>
                  <a:pt x="88028" y="601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8C69FB0-381A-18A3-876F-99ED5CDD3378}"/>
              </a:ext>
            </a:extLst>
          </p:cNvPr>
          <p:cNvSpPr/>
          <p:nvPr/>
        </p:nvSpPr>
        <p:spPr>
          <a:xfrm>
            <a:off x="9441453" y="977955"/>
            <a:ext cx="1387438" cy="348916"/>
          </a:xfrm>
          <a:custGeom>
            <a:avLst/>
            <a:gdLst>
              <a:gd name="csX0" fmla="*/ 88028 w 1387438"/>
              <a:gd name="csY0" fmla="*/ 60158 h 902369"/>
              <a:gd name="csX1" fmla="*/ 88028 w 1387438"/>
              <a:gd name="csY1" fmla="*/ 60158 h 902369"/>
              <a:gd name="csX2" fmla="*/ 3807 w 1387438"/>
              <a:gd name="csY2" fmla="*/ 132348 h 902369"/>
              <a:gd name="csX3" fmla="*/ 15838 w 1387438"/>
              <a:gd name="csY3" fmla="*/ 204537 h 902369"/>
              <a:gd name="csX4" fmla="*/ 63965 w 1387438"/>
              <a:gd name="csY4" fmla="*/ 264695 h 902369"/>
              <a:gd name="csX5" fmla="*/ 27870 w 1387438"/>
              <a:gd name="csY5" fmla="*/ 409074 h 902369"/>
              <a:gd name="csX6" fmla="*/ 15838 w 1387438"/>
              <a:gd name="csY6" fmla="*/ 445169 h 902369"/>
              <a:gd name="csX7" fmla="*/ 3807 w 1387438"/>
              <a:gd name="csY7" fmla="*/ 481263 h 902369"/>
              <a:gd name="csX8" fmla="*/ 39901 w 1387438"/>
              <a:gd name="csY8" fmla="*/ 589548 h 902369"/>
              <a:gd name="csX9" fmla="*/ 75996 w 1387438"/>
              <a:gd name="csY9" fmla="*/ 601579 h 902369"/>
              <a:gd name="csX10" fmla="*/ 112091 w 1387438"/>
              <a:gd name="csY10" fmla="*/ 625642 h 902369"/>
              <a:gd name="csX11" fmla="*/ 148186 w 1387438"/>
              <a:gd name="csY11" fmla="*/ 697832 h 902369"/>
              <a:gd name="csX12" fmla="*/ 160217 w 1387438"/>
              <a:gd name="csY12" fmla="*/ 770021 h 902369"/>
              <a:gd name="csX13" fmla="*/ 232407 w 1387438"/>
              <a:gd name="csY13" fmla="*/ 806116 h 902369"/>
              <a:gd name="csX14" fmla="*/ 545228 w 1387438"/>
              <a:gd name="csY14" fmla="*/ 806116 h 902369"/>
              <a:gd name="csX15" fmla="*/ 581322 w 1387438"/>
              <a:gd name="csY15" fmla="*/ 818148 h 902369"/>
              <a:gd name="csX16" fmla="*/ 677575 w 1387438"/>
              <a:gd name="csY16" fmla="*/ 890337 h 902369"/>
              <a:gd name="csX17" fmla="*/ 713670 w 1387438"/>
              <a:gd name="csY17" fmla="*/ 902369 h 902369"/>
              <a:gd name="csX18" fmla="*/ 821954 w 1387438"/>
              <a:gd name="csY18" fmla="*/ 890337 h 902369"/>
              <a:gd name="csX19" fmla="*/ 906175 w 1387438"/>
              <a:gd name="csY19" fmla="*/ 854242 h 902369"/>
              <a:gd name="csX20" fmla="*/ 942270 w 1387438"/>
              <a:gd name="csY20" fmla="*/ 842211 h 902369"/>
              <a:gd name="csX21" fmla="*/ 1014459 w 1387438"/>
              <a:gd name="csY21" fmla="*/ 806116 h 902369"/>
              <a:gd name="csX22" fmla="*/ 1098680 w 1387438"/>
              <a:gd name="csY22" fmla="*/ 770021 h 902369"/>
              <a:gd name="csX23" fmla="*/ 1291186 w 1387438"/>
              <a:gd name="csY23" fmla="*/ 757990 h 902369"/>
              <a:gd name="csX24" fmla="*/ 1387438 w 1387438"/>
              <a:gd name="csY24" fmla="*/ 709863 h 902369"/>
              <a:gd name="csX25" fmla="*/ 1339312 w 1387438"/>
              <a:gd name="csY25" fmla="*/ 445169 h 902369"/>
              <a:gd name="csX26" fmla="*/ 1315249 w 1387438"/>
              <a:gd name="csY26" fmla="*/ 421105 h 902369"/>
              <a:gd name="csX27" fmla="*/ 1243059 w 1387438"/>
              <a:gd name="csY27" fmla="*/ 397042 h 902369"/>
              <a:gd name="csX28" fmla="*/ 1206965 w 1387438"/>
              <a:gd name="csY28" fmla="*/ 385011 h 902369"/>
              <a:gd name="csX29" fmla="*/ 1170870 w 1387438"/>
              <a:gd name="csY29" fmla="*/ 372979 h 902369"/>
              <a:gd name="csX30" fmla="*/ 1110712 w 1387438"/>
              <a:gd name="csY30" fmla="*/ 360948 h 902369"/>
              <a:gd name="csX31" fmla="*/ 1038522 w 1387438"/>
              <a:gd name="csY31" fmla="*/ 336884 h 902369"/>
              <a:gd name="csX32" fmla="*/ 954301 w 1387438"/>
              <a:gd name="csY32" fmla="*/ 312821 h 902369"/>
              <a:gd name="csX33" fmla="*/ 942270 w 1387438"/>
              <a:gd name="csY33" fmla="*/ 276727 h 902369"/>
              <a:gd name="csX34" fmla="*/ 966333 w 1387438"/>
              <a:gd name="csY34" fmla="*/ 252663 h 902369"/>
              <a:gd name="csX35" fmla="*/ 1002428 w 1387438"/>
              <a:gd name="csY35" fmla="*/ 168442 h 902369"/>
              <a:gd name="csX36" fmla="*/ 990396 w 1387438"/>
              <a:gd name="csY36" fmla="*/ 96253 h 902369"/>
              <a:gd name="csX37" fmla="*/ 954301 w 1387438"/>
              <a:gd name="csY37" fmla="*/ 84221 h 902369"/>
              <a:gd name="csX38" fmla="*/ 870080 w 1387438"/>
              <a:gd name="csY38" fmla="*/ 72190 h 902369"/>
              <a:gd name="csX39" fmla="*/ 773828 w 1387438"/>
              <a:gd name="csY39" fmla="*/ 48127 h 902369"/>
              <a:gd name="csX40" fmla="*/ 677575 w 1387438"/>
              <a:gd name="csY40" fmla="*/ 24063 h 902369"/>
              <a:gd name="csX41" fmla="*/ 641480 w 1387438"/>
              <a:gd name="csY41" fmla="*/ 12032 h 902369"/>
              <a:gd name="csX42" fmla="*/ 569291 w 1387438"/>
              <a:gd name="csY42" fmla="*/ 0 h 902369"/>
              <a:gd name="csX43" fmla="*/ 208343 w 1387438"/>
              <a:gd name="csY43" fmla="*/ 24063 h 902369"/>
              <a:gd name="csX44" fmla="*/ 160217 w 1387438"/>
              <a:gd name="csY44" fmla="*/ 36095 h 902369"/>
              <a:gd name="csX45" fmla="*/ 88028 w 1387438"/>
              <a:gd name="csY45" fmla="*/ 60158 h 9023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1387438" h="902369">
                <a:moveTo>
                  <a:pt x="88028" y="60158"/>
                </a:moveTo>
                <a:lnTo>
                  <a:pt x="88028" y="60158"/>
                </a:lnTo>
                <a:cubicBezTo>
                  <a:pt x="59954" y="84221"/>
                  <a:pt x="20343" y="99276"/>
                  <a:pt x="3807" y="132348"/>
                </a:cubicBezTo>
                <a:cubicBezTo>
                  <a:pt x="-7103" y="154167"/>
                  <a:pt x="8124" y="181394"/>
                  <a:pt x="15838" y="204537"/>
                </a:cubicBezTo>
                <a:cubicBezTo>
                  <a:pt x="23427" y="227306"/>
                  <a:pt x="47535" y="248266"/>
                  <a:pt x="63965" y="264695"/>
                </a:cubicBezTo>
                <a:cubicBezTo>
                  <a:pt x="47763" y="361901"/>
                  <a:pt x="59647" y="313744"/>
                  <a:pt x="27870" y="409074"/>
                </a:cubicBezTo>
                <a:lnTo>
                  <a:pt x="15838" y="445169"/>
                </a:lnTo>
                <a:lnTo>
                  <a:pt x="3807" y="481263"/>
                </a:lnTo>
                <a:cubicBezTo>
                  <a:pt x="10549" y="528459"/>
                  <a:pt x="-1457" y="564733"/>
                  <a:pt x="39901" y="589548"/>
                </a:cubicBezTo>
                <a:cubicBezTo>
                  <a:pt x="50776" y="596073"/>
                  <a:pt x="63964" y="597569"/>
                  <a:pt x="75996" y="601579"/>
                </a:cubicBezTo>
                <a:cubicBezTo>
                  <a:pt x="88028" y="609600"/>
                  <a:pt x="101866" y="615417"/>
                  <a:pt x="112091" y="625642"/>
                </a:cubicBezTo>
                <a:cubicBezTo>
                  <a:pt x="135414" y="648965"/>
                  <a:pt x="138400" y="668476"/>
                  <a:pt x="148186" y="697832"/>
                </a:cubicBezTo>
                <a:cubicBezTo>
                  <a:pt x="152196" y="721895"/>
                  <a:pt x="149307" y="748202"/>
                  <a:pt x="160217" y="770021"/>
                </a:cubicBezTo>
                <a:cubicBezTo>
                  <a:pt x="169546" y="788679"/>
                  <a:pt x="215325" y="800422"/>
                  <a:pt x="232407" y="806116"/>
                </a:cubicBezTo>
                <a:cubicBezTo>
                  <a:pt x="391343" y="797286"/>
                  <a:pt x="417445" y="782882"/>
                  <a:pt x="545228" y="806116"/>
                </a:cubicBezTo>
                <a:cubicBezTo>
                  <a:pt x="557706" y="808385"/>
                  <a:pt x="569291" y="814137"/>
                  <a:pt x="581322" y="818148"/>
                </a:cubicBezTo>
                <a:cubicBezTo>
                  <a:pt x="609826" y="846651"/>
                  <a:pt x="636763" y="876733"/>
                  <a:pt x="677575" y="890337"/>
                </a:cubicBezTo>
                <a:lnTo>
                  <a:pt x="713670" y="902369"/>
                </a:lnTo>
                <a:cubicBezTo>
                  <a:pt x="749765" y="898358"/>
                  <a:pt x="786131" y="896308"/>
                  <a:pt x="821954" y="890337"/>
                </a:cubicBezTo>
                <a:cubicBezTo>
                  <a:pt x="852735" y="885207"/>
                  <a:pt x="878283" y="866195"/>
                  <a:pt x="906175" y="854242"/>
                </a:cubicBezTo>
                <a:cubicBezTo>
                  <a:pt x="917832" y="849246"/>
                  <a:pt x="930238" y="846221"/>
                  <a:pt x="942270" y="842211"/>
                </a:cubicBezTo>
                <a:cubicBezTo>
                  <a:pt x="1045714" y="773249"/>
                  <a:pt x="914833" y="855929"/>
                  <a:pt x="1014459" y="806116"/>
                </a:cubicBezTo>
                <a:cubicBezTo>
                  <a:pt x="1064699" y="780996"/>
                  <a:pt x="1036084" y="776281"/>
                  <a:pt x="1098680" y="770021"/>
                </a:cubicBezTo>
                <a:cubicBezTo>
                  <a:pt x="1162655" y="763624"/>
                  <a:pt x="1227017" y="762000"/>
                  <a:pt x="1291186" y="757990"/>
                </a:cubicBezTo>
                <a:cubicBezTo>
                  <a:pt x="1374137" y="730340"/>
                  <a:pt x="1345440" y="751863"/>
                  <a:pt x="1387438" y="709863"/>
                </a:cubicBezTo>
                <a:cubicBezTo>
                  <a:pt x="1280157" y="638344"/>
                  <a:pt x="1376297" y="716396"/>
                  <a:pt x="1339312" y="445169"/>
                </a:cubicBezTo>
                <a:cubicBezTo>
                  <a:pt x="1337779" y="433929"/>
                  <a:pt x="1325395" y="426178"/>
                  <a:pt x="1315249" y="421105"/>
                </a:cubicBezTo>
                <a:cubicBezTo>
                  <a:pt x="1292562" y="409761"/>
                  <a:pt x="1267122" y="405063"/>
                  <a:pt x="1243059" y="397042"/>
                </a:cubicBezTo>
                <a:lnTo>
                  <a:pt x="1206965" y="385011"/>
                </a:lnTo>
                <a:cubicBezTo>
                  <a:pt x="1194933" y="381000"/>
                  <a:pt x="1183306" y="375466"/>
                  <a:pt x="1170870" y="372979"/>
                </a:cubicBezTo>
                <a:cubicBezTo>
                  <a:pt x="1150817" y="368969"/>
                  <a:pt x="1130441" y="366329"/>
                  <a:pt x="1110712" y="360948"/>
                </a:cubicBezTo>
                <a:cubicBezTo>
                  <a:pt x="1086241" y="354274"/>
                  <a:pt x="1063130" y="343036"/>
                  <a:pt x="1038522" y="336884"/>
                </a:cubicBezTo>
                <a:cubicBezTo>
                  <a:pt x="978092" y="321777"/>
                  <a:pt x="1006083" y="330082"/>
                  <a:pt x="954301" y="312821"/>
                </a:cubicBezTo>
                <a:cubicBezTo>
                  <a:pt x="950291" y="300790"/>
                  <a:pt x="939783" y="289163"/>
                  <a:pt x="942270" y="276727"/>
                </a:cubicBezTo>
                <a:cubicBezTo>
                  <a:pt x="944495" y="265604"/>
                  <a:pt x="960041" y="262102"/>
                  <a:pt x="966333" y="252663"/>
                </a:cubicBezTo>
                <a:cubicBezTo>
                  <a:pt x="986156" y="222928"/>
                  <a:pt x="991733" y="200526"/>
                  <a:pt x="1002428" y="168442"/>
                </a:cubicBezTo>
                <a:cubicBezTo>
                  <a:pt x="998417" y="144379"/>
                  <a:pt x="1002499" y="117434"/>
                  <a:pt x="990396" y="96253"/>
                </a:cubicBezTo>
                <a:cubicBezTo>
                  <a:pt x="984104" y="85242"/>
                  <a:pt x="966737" y="86708"/>
                  <a:pt x="954301" y="84221"/>
                </a:cubicBezTo>
                <a:cubicBezTo>
                  <a:pt x="926493" y="78659"/>
                  <a:pt x="898154" y="76200"/>
                  <a:pt x="870080" y="72190"/>
                </a:cubicBezTo>
                <a:cubicBezTo>
                  <a:pt x="801077" y="49188"/>
                  <a:pt x="868204" y="69906"/>
                  <a:pt x="773828" y="48127"/>
                </a:cubicBezTo>
                <a:cubicBezTo>
                  <a:pt x="741603" y="40690"/>
                  <a:pt x="708950" y="34521"/>
                  <a:pt x="677575" y="24063"/>
                </a:cubicBezTo>
                <a:cubicBezTo>
                  <a:pt x="665543" y="20053"/>
                  <a:pt x="653860" y="14783"/>
                  <a:pt x="641480" y="12032"/>
                </a:cubicBezTo>
                <a:cubicBezTo>
                  <a:pt x="617666" y="6740"/>
                  <a:pt x="593354" y="4011"/>
                  <a:pt x="569291" y="0"/>
                </a:cubicBezTo>
                <a:lnTo>
                  <a:pt x="208343" y="24063"/>
                </a:lnTo>
                <a:cubicBezTo>
                  <a:pt x="191908" y="25889"/>
                  <a:pt x="176055" y="31343"/>
                  <a:pt x="160217" y="36095"/>
                </a:cubicBezTo>
                <a:cubicBezTo>
                  <a:pt x="75781" y="61426"/>
                  <a:pt x="100059" y="56148"/>
                  <a:pt x="88028" y="601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88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A2E8B8-0501-7C7B-21B2-E556421192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-584"/>
          <a:stretch>
            <a:fillRect/>
          </a:stretch>
        </p:blipFill>
        <p:spPr>
          <a:xfrm>
            <a:off x="0" y="1668887"/>
            <a:ext cx="12192000" cy="354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59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5764</TotalTime>
  <Words>4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Megonigal, Patrick</dc:creator>
  <cp:lastModifiedBy>Myers-Pigg, Allison N</cp:lastModifiedBy>
  <cp:revision>4</cp:revision>
  <dcterms:created xsi:type="dcterms:W3CDTF">2026-07-16T18:36:02Z</dcterms:created>
  <dcterms:modified xsi:type="dcterms:W3CDTF">2026-07-20T20:18:50Z</dcterms:modified>
</cp:coreProperties>
</file>